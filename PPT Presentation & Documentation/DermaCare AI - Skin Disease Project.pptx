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Poppins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  <p:embeddedFont>
      <p:font typeface="Lato Ligh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Light-regular.fntdata"/><Relationship Id="rId11" Type="http://schemas.openxmlformats.org/officeDocument/2006/relationships/slide" Target="slides/slide6.xml"/><Relationship Id="rId22" Type="http://schemas.openxmlformats.org/officeDocument/2006/relationships/font" Target="fonts/LatoLight-italic.fntdata"/><Relationship Id="rId10" Type="http://schemas.openxmlformats.org/officeDocument/2006/relationships/slide" Target="slides/slide5.xml"/><Relationship Id="rId21" Type="http://schemas.openxmlformats.org/officeDocument/2006/relationships/font" Target="fonts/LatoLight-bold.fntdata"/><Relationship Id="rId13" Type="http://schemas.openxmlformats.org/officeDocument/2006/relationships/font" Target="fonts/Poppins-bold.fntdata"/><Relationship Id="rId12" Type="http://schemas.openxmlformats.org/officeDocument/2006/relationships/font" Target="fonts/Poppins-regular.fntdata"/><Relationship Id="rId23" Type="http://schemas.openxmlformats.org/officeDocument/2006/relationships/font" Target="fonts/LatoLigh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boldItalic.fntdata"/><Relationship Id="rId14" Type="http://schemas.openxmlformats.org/officeDocument/2006/relationships/font" Target="fonts/Poppins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24.png"/><Relationship Id="rId5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11" Type="http://schemas.openxmlformats.org/officeDocument/2006/relationships/image" Target="../media/image11.png"/><Relationship Id="rId10" Type="http://schemas.openxmlformats.org/officeDocument/2006/relationships/image" Target="../media/image5.png"/><Relationship Id="rId12" Type="http://schemas.openxmlformats.org/officeDocument/2006/relationships/image" Target="../media/image3.png"/><Relationship Id="rId9" Type="http://schemas.openxmlformats.org/officeDocument/2006/relationships/image" Target="../media/image8.png"/><Relationship Id="rId5" Type="http://schemas.openxmlformats.org/officeDocument/2006/relationships/image" Target="../media/image20.png"/><Relationship Id="rId6" Type="http://schemas.openxmlformats.org/officeDocument/2006/relationships/image" Target="../media/image2.png"/><Relationship Id="rId7" Type="http://schemas.openxmlformats.org/officeDocument/2006/relationships/image" Target="../media/image9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4.png"/><Relationship Id="rId6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Relationship Id="rId5" Type="http://schemas.openxmlformats.org/officeDocument/2006/relationships/image" Target="../media/image23.png"/><Relationship Id="rId6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Relationship Id="rId6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566862"/>
            <a:ext cx="457200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762000" y="1938337"/>
            <a:ext cx="480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Derma</a:t>
            </a:r>
            <a:r>
              <a:rPr b="1" lang="en-US" sz="48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Care</a:t>
            </a:r>
            <a:r>
              <a:rPr b="1" i="0" lang="en-US" sz="4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AI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3066008"/>
            <a:ext cx="4572000" cy="853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Lato Light"/>
                <a:ea typeface="Lato Light"/>
                <a:cs typeface="Lato Light"/>
                <a:sym typeface="Lato Light"/>
              </a:rPr>
              <a:t>Intelligent Skin Disease Detection System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4490888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cutting-edge project leveraging Deep Learning to democratize access to dermatological care.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138362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138362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Project Overview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1638300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2105025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Access to dermatologists is often limited by geography and high consultation costs. Early detection is crucial but frequently delayed.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3305175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Objective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377190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 create an accessible, AI-powered mobile application that allows users to scan skin lesions and receive instant probability assessments.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4972050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Target Users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47700" y="543877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62000" y="543877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General Public (Home Use)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47700" y="593407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762000" y="593407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Remote Healthcare Workers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47700" y="642937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762000" y="642937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Medical Students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38300"/>
            <a:ext cx="3492549" cy="4648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638300"/>
            <a:ext cx="3492549" cy="4648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638300"/>
            <a:ext cx="3492549" cy="4648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41450" y="202882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19750" y="202882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98049" y="202882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079575" y="226695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86450" y="2266950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636174" y="226695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Technology Stack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752629" y="3219450"/>
            <a:ext cx="113014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Frontend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1879550" y="3848100"/>
            <a:ext cx="1090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React-Native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866775" y="4396680"/>
            <a:ext cx="2901999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Built for cross-platform compatibility (iOS &amp; Android) ensuring a smooth, responsive user interface.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5550931" y="3219450"/>
            <a:ext cx="109013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Backend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5548312" y="3848100"/>
            <a:ext cx="10953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Django (Python)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4645074" y="4396680"/>
            <a:ext cx="2901999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Robust REST API handling image uploads, user authentication, and serving model inference results.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9479250" y="3219450"/>
            <a:ext cx="79009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AI / ML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9226599" y="3848100"/>
            <a:ext cx="1295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TensorFlow &amp; CNN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8423374" y="4396680"/>
            <a:ext cx="2901999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Convolutional Neural Networks trained on dermatological datasets for high-accuracy classification.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562225"/>
            <a:ext cx="180975" cy="1782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735710"/>
            <a:ext cx="18097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762000" y="762000"/>
            <a:ext cx="4800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Challenges &amp; Solutions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762000" y="2514600"/>
            <a:ext cx="48006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Data Imbalance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762000" y="2962275"/>
            <a:ext cx="4572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Problem: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dataset contained significantly more benign images than malignant ones.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762000" y="3682305"/>
            <a:ext cx="4572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Solution: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Applied aggressive Data Augmentation (rotation, flipping, zooming) to balance the classes during training.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762000" y="4688085"/>
            <a:ext cx="48006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Image Quality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762000" y="5135760"/>
            <a:ext cx="4572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Problem: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User-uploaded photos varied wildly in lighting and focus.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762000" y="5855791"/>
            <a:ext cx="4572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Solution: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Implemented a client-side "Sharpness Check" in React Native before allowing upload.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1003700" y="2145200"/>
            <a:ext cx="5034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Telemedicine Integration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Allow users to directly share scan reports with verified dermatologists for a professional second opinion.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1003700" y="3470975"/>
            <a:ext cx="5034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Offline Mode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Deploy a compressed TFLite model directly on the device for real-time inference without internet connectivity.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1003700" y="4796725"/>
            <a:ext cx="5034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Multilingual Support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Add support for regional languages to make the tool accessible to rural populations.</a:t>
            </a:r>
            <a:endParaRPr/>
          </a:p>
        </p:txBody>
      </p:sp>
      <p:pic>
        <p:nvPicPr>
          <p:cNvPr descr="image.png"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45208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5775" y="3470957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8638" y="4796730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Future Scope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38300"/>
            <a:ext cx="5238750" cy="4648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638300"/>
            <a:ext cx="5238750" cy="4648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5375" y="2181225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05625" y="2181225"/>
            <a:ext cx="2286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1095375" y="2114550"/>
            <a:ext cx="44505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Project Summary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1095375" y="2762250"/>
            <a:ext cx="42387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 successfully developed "Derma</a:t>
            </a:r>
            <a:r>
              <a:rPr lang="en-US" sz="15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Care AI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," a functional full-stack application connecting a React Native frontend with a Django backend.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1095375" y="3867150"/>
            <a:ext cx="4238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system demonstrates how AI can be effectively bridged with consumer mobile technology to solve real-world healthcare challenges.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6905625" y="2114550"/>
            <a:ext cx="44505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Learning Outcomes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6981825" y="27622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7096125" y="2762250"/>
            <a:ext cx="40481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Deepened understanding of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CNN architectures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and image processing pipelines.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6981825" y="35623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7096125" y="3562350"/>
            <a:ext cx="40481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Mastered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API integration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between Python (Django) and JavaScript (React Native) environments.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6981825" y="46672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7096125" y="4667250"/>
            <a:ext cx="40481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Gained experience in handling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medical data privacy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and storage best practices.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